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rimson Pro Semi Bold" panose="020B0604020202020204" charset="0"/>
      <p:regular r:id="rId13"/>
    </p:embeddedFont>
    <p:embeddedFont>
      <p:font typeface="Heebo" pitchFamily="2" charset="-79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79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262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35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009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995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6257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6545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64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260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1348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4440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379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297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172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914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91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219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05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03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076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0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9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77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DIET WELL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820353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793790" y="609516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Jatin Sood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B.Tech CSE </a:t>
            </a:r>
            <a:r>
              <a:rPr lang="en-US" sz="17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| 2230783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BABE9D-094B-B894-13EE-7D23E68B9670}"/>
              </a:ext>
            </a:extLst>
          </p:cNvPr>
          <p:cNvSpPr txBox="1"/>
          <p:nvPr/>
        </p:nvSpPr>
        <p:spPr>
          <a:xfrm>
            <a:off x="3657600" y="3791635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59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83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students face unprecedented challenges in placement preparation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16417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9432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4130278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Information Overload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3409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Thousands of resources with no clear direction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716417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9432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4130278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 Structure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3409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Unorganised preparation leads to wasted effort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716417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9432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4130278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 Adaptivity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53409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resources can't adjust to individual progress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Solution Overview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3205" y="3416022"/>
            <a:ext cx="271129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Digital Mentor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43205" y="3898821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PlacementPath AI transforms placement preparation into a guided journey. Using advanced LLM technology, it generates a personalised 6-week roadmap tailored to each student's profile and goals.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3205" y="4807744"/>
            <a:ext cx="601539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AI-generated curriculum based on your profile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progress tracking and insights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recalibration as you learn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Features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30570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Curriculum Generation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LLM-powered roadmap creation tailored to your skills, weaknesses, and placement goals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Progress Dashboard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tracking of mastery levels across all topics with visual analytics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Weak Area Detection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Automatically flags topics below 50% mastery for focused improvement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Adaptive Recalibration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Dynamically adjusts roadmap based on weekly progress and mastery levels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82454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Architecture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1621393"/>
            <a:ext cx="13166884" cy="6025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76550" y="2396650"/>
            <a:ext cx="2912646" cy="3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Client &amp; Data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0376550" y="2864292"/>
            <a:ext cx="3210384" cy="55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frontend and PostgreSQL persistence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81973" y="4377250"/>
            <a:ext cx="2912646" cy="36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Layer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43138" y="4844891"/>
            <a:ext cx="2951481" cy="55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Spring Boot backend with JWT auth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76550" y="5399912"/>
            <a:ext cx="2912646" cy="3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Layer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376550" y="5867553"/>
            <a:ext cx="3210384" cy="55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Groq API with LLaMA3 for inference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33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911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Backend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31225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 21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Spring Boot 3.x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Spring Security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75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699641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18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TypeScript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47911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Engine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131225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Groq API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LLaMA3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WebClient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053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Security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525744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tokens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BCrypt hashing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Rate limiting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47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Innovation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4245"/>
            <a:ext cx="34173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Adaptive Feedback Loop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99698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4337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Progress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92418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Weekly assessments and completion tracking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299698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4337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ProgressAnalyzer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924187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Detects weak areas and mastery gaps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299698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4337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AdjustmentService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92418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Regenerates roadmap with new focus areas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1319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dynamic learning path ensures the roadmap evolves with the student's progress, creating a truly personalised experience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64383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Highlights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JWT Authentication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Stateless token-based security with refresh tokens and session management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109079"/>
            <a:ext cx="2900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Response Sanitization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 parser handles LLM JSON inconsistencies and malformed responses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30534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ResourceBank Integration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Pre-defined resource library prevents hallucinations and ensures quality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31259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Defensive React Rendering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Null checks and error boundaries prevent UI crashes from API failures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69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Challenges &amp; Solutions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9267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447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JSON output inconsistency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1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rate limiting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Circular dependencies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457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UI instability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9267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Solution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39447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 sanitization with retry logic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511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Exponential backoff strategy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@Lazy annotation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6457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null checks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50188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Scope &amp; Impact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1471136"/>
            <a:ext cx="1827014" cy="1827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351" y="349996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Quiz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12351" y="3895725"/>
            <a:ext cx="315003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assessments with adaptive difficulty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198" y="1471136"/>
            <a:ext cx="1827014" cy="1827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64198" y="349996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Notes Module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064198" y="3895725"/>
            <a:ext cx="315003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study notes and resource library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46" y="1471136"/>
            <a:ext cx="1827014" cy="18270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6046" y="349996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Analytics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416046" y="3895725"/>
            <a:ext cx="315003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insights and performance trends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893" y="1471136"/>
            <a:ext cx="1827014" cy="18270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67893" y="349996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Company Roadmaps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0767893" y="3895725"/>
            <a:ext cx="315003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 paths for specific company requirements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712351" y="4689396"/>
            <a:ext cx="13205579" cy="14288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712351" y="4932998"/>
            <a:ext cx="6522006" cy="1060609"/>
          </a:xfrm>
          <a:prstGeom prst="roundRect">
            <a:avLst>
              <a:gd name="adj" fmla="val 2707"/>
            </a:avLst>
          </a:prstGeom>
          <a:solidFill>
            <a:srgbClr val="F2EEEE"/>
          </a:solidFill>
          <a:ln/>
        </p:spPr>
      </p:sp>
      <p:sp>
        <p:nvSpPr>
          <p:cNvPr id="17" name="Text 11"/>
          <p:cNvSpPr/>
          <p:nvPr/>
        </p:nvSpPr>
        <p:spPr>
          <a:xfrm>
            <a:off x="903684" y="512433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Saves Time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03684" y="5520095"/>
            <a:ext cx="613933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more searching for resources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395805" y="4932998"/>
            <a:ext cx="6522125" cy="1060609"/>
          </a:xfrm>
          <a:prstGeom prst="roundRect">
            <a:avLst>
              <a:gd name="adj" fmla="val 2707"/>
            </a:avLst>
          </a:prstGeom>
          <a:solidFill>
            <a:srgbClr val="F2EEEE"/>
          </a:solidFill>
          <a:ln/>
        </p:spPr>
      </p:sp>
      <p:sp>
        <p:nvSpPr>
          <p:cNvPr id="20" name="Text 14"/>
          <p:cNvSpPr/>
          <p:nvPr/>
        </p:nvSpPr>
        <p:spPr>
          <a:xfrm>
            <a:off x="7587139" y="512433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Structured Path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7587139" y="5520095"/>
            <a:ext cx="613945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6-week timeline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12351" y="6155055"/>
            <a:ext cx="6522006" cy="1060609"/>
          </a:xfrm>
          <a:prstGeom prst="roundRect">
            <a:avLst>
              <a:gd name="adj" fmla="val 2707"/>
            </a:avLst>
          </a:prstGeom>
          <a:solidFill>
            <a:srgbClr val="F2EEEE"/>
          </a:solidFill>
          <a:ln/>
        </p:spPr>
      </p:sp>
      <p:sp>
        <p:nvSpPr>
          <p:cNvPr id="23" name="Text 17"/>
          <p:cNvSpPr/>
          <p:nvPr/>
        </p:nvSpPr>
        <p:spPr>
          <a:xfrm>
            <a:off x="903684" y="634638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Personalised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903684" y="6742152"/>
            <a:ext cx="613933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Adapts to your pace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395805" y="6155055"/>
            <a:ext cx="6522125" cy="1060609"/>
          </a:xfrm>
          <a:prstGeom prst="roundRect">
            <a:avLst>
              <a:gd name="adj" fmla="val 2707"/>
            </a:avLst>
          </a:prstGeom>
          <a:solidFill>
            <a:srgbClr val="F2EEEE"/>
          </a:solidFill>
          <a:ln/>
        </p:spPr>
      </p:sp>
      <p:sp>
        <p:nvSpPr>
          <p:cNvPr id="26" name="Text 20"/>
          <p:cNvSpPr/>
          <p:nvPr/>
        </p:nvSpPr>
        <p:spPr>
          <a:xfrm>
            <a:off x="7587139" y="634638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Improves Readiness</a:t>
            </a:r>
            <a:endParaRPr lang="en-US" sz="1850" dirty="0"/>
          </a:p>
        </p:txBody>
      </p:sp>
      <p:sp>
        <p:nvSpPr>
          <p:cNvPr id="27" name="Text 21"/>
          <p:cNvSpPr/>
          <p:nvPr/>
        </p:nvSpPr>
        <p:spPr>
          <a:xfrm>
            <a:off x="7587139" y="6742152"/>
            <a:ext cx="613945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Higher placement success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12351" y="7397234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+ Education = Future.</a:t>
            </a: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PlacementPath as your intelligent mentor.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</TotalTime>
  <Words>412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Heebo</vt:lpstr>
      <vt:lpstr>Calibri Light</vt:lpstr>
      <vt:lpstr>Crimson Pro Semi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Jatin Sood</cp:lastModifiedBy>
  <cp:revision>4</cp:revision>
  <dcterms:created xsi:type="dcterms:W3CDTF">2026-04-17T05:55:45Z</dcterms:created>
  <dcterms:modified xsi:type="dcterms:W3CDTF">2026-04-17T07:35:13Z</dcterms:modified>
</cp:coreProperties>
</file>